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73EAD-626C-458D-9526-DFCE687FC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EA5E00-D856-4CFE-B410-5BAF73F22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705DC-0BD1-4834-ACEB-33A1C8A38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790E2-C1C2-4118-B675-5C07C09406EE}" type="datetimeFigureOut">
              <a:rPr lang="en-CA" smtClean="0"/>
              <a:t>2020-11-07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B8482-8E80-4071-98A5-D36C94751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E474C-DA0F-41F0-B5DE-B52AA0134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82857-5B51-4F9A-B6F7-854E3424F8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9241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EAB6D-F163-4116-99C2-FF348081D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9EED0-A8D2-4C24-8117-578904781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C8D70-98D3-4088-9F06-B519C4F4E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790E2-C1C2-4118-B675-5C07C09406EE}" type="datetimeFigureOut">
              <a:rPr lang="en-CA" smtClean="0"/>
              <a:t>2020-11-07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F6906-14A6-4922-8597-34B1C8C39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68EAF-1785-4AB8-92A9-231380864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82857-5B51-4F9A-B6F7-854E3424F8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4311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0C316-7358-45F0-838C-69C455A3D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C7A96-E0A1-434A-84DC-A04EC5CBE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4DBC0-0409-47FA-85D6-DC945A61C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790E2-C1C2-4118-B675-5C07C09406EE}" type="datetimeFigureOut">
              <a:rPr lang="en-CA" smtClean="0"/>
              <a:t>2020-11-07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42727-C9D2-4A89-8A82-94164C49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A988A-1B44-42BA-A9EF-061144FDE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82857-5B51-4F9A-B6F7-854E3424F8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214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A045E-72F5-4C6A-AE9B-08861C9FD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2AA0E-DD2A-4FFB-8BAD-925139ACD6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539D2-5A09-4254-BDA2-B7B8F8E98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E87AAE-BE86-4842-BB38-4EDE34F07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790E2-C1C2-4118-B675-5C07C09406EE}" type="datetimeFigureOut">
              <a:rPr lang="en-CA" smtClean="0"/>
              <a:t>2020-11-07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4242CC-8ECD-46A0-B25C-1A497E5A4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AFCA38-7956-4AA7-A22C-CFA5B262E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82857-5B51-4F9A-B6F7-854E3424F8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6766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3CB5F-FFEC-4126-82E2-7306E6A16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C9011-A2B8-4C80-81D4-AE713F7DD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1D572C-867C-47ED-8273-D7F74ABDB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074B9E-89DB-487C-B637-29C4A3219C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F6DE20-85AF-45AF-9B18-620B0D726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A3797A-0C5E-4287-84BA-B4CFEE26A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790E2-C1C2-4118-B675-5C07C09406EE}" type="datetimeFigureOut">
              <a:rPr lang="en-CA" smtClean="0"/>
              <a:t>2020-11-07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6E78DF-E279-4A48-9B66-AAE09B155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EB584D-A855-45BD-8EEB-996C66EB9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82857-5B51-4F9A-B6F7-854E3424F8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9730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E972-410B-47CA-925C-7537492F2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C4B317-3596-41CE-BEF9-1BF5097D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790E2-C1C2-4118-B675-5C07C09406EE}" type="datetimeFigureOut">
              <a:rPr lang="en-CA" smtClean="0"/>
              <a:t>2020-11-07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A95FBA-193E-4929-A9FA-FAA6A9B94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AF4984-4D20-4C31-962E-CB001D8DA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82857-5B51-4F9A-B6F7-854E3424F8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0947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0B10CC-F37A-4D45-A8A5-B0C89A853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790E2-C1C2-4118-B675-5C07C09406EE}" type="datetimeFigureOut">
              <a:rPr lang="en-CA" smtClean="0"/>
              <a:t>2020-11-07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8456F9-D5F8-43C5-9B40-2AFDEB52C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490F3-9307-4487-BC96-09BC95EFA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82857-5B51-4F9A-B6F7-854E3424F8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6384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2C6DC-FEAC-4F62-9757-626DEAC2E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5A457-3F80-4EEF-9018-B3BF37C53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4BEE10-E624-426B-BA0D-A706C1A2F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4E817-B6AF-4500-9BB7-0731B138A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790E2-C1C2-4118-B675-5C07C09406EE}" type="datetimeFigureOut">
              <a:rPr lang="en-CA" smtClean="0"/>
              <a:t>2020-11-07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B16D5-4B1A-4CD1-BCAB-DCA872BB5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27D19-2D1A-4F05-9BBF-EB8FFDBF8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82857-5B51-4F9A-B6F7-854E3424F8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8195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06F8F-EEC3-4B94-909E-B874B3DBA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23436D-F587-4BEB-834F-40B55EFBF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4371B-30AC-4FBF-9348-9633FDC2CE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DACED-60E9-411B-A61D-B5CFB7098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790E2-C1C2-4118-B675-5C07C09406EE}" type="datetimeFigureOut">
              <a:rPr lang="en-CA" smtClean="0"/>
              <a:t>2020-11-07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8448B-82F1-472A-A1E5-4CF9EEA63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8F0FF-CE97-43A4-8DD5-173376E21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82857-5B51-4F9A-B6F7-854E3424F8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0226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28625-AA0A-464E-85AF-E3647F2DF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5973E7-B55E-4755-86F4-DE1F4A75B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1268C-38A0-4EE1-80F5-C630F43EE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790E2-C1C2-4118-B675-5C07C09406EE}" type="datetimeFigureOut">
              <a:rPr lang="en-CA" smtClean="0"/>
              <a:t>2020-11-07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D8E38-6E18-484D-8436-3059C6729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80BEB-BAC2-4F0E-B9D9-3A54E3F0D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82857-5B51-4F9A-B6F7-854E3424F8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5551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83E5BF-CD8C-4323-B349-565AF3F4BC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AA58FE-9BD7-4B24-9836-B6DFDC634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6293E-444A-4668-B3E3-143A5314F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790E2-C1C2-4118-B675-5C07C09406EE}" type="datetimeFigureOut">
              <a:rPr lang="en-CA" smtClean="0"/>
              <a:t>2020-11-07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53352-1B50-4D3E-ACBA-9017F4B52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F6CBE-62DF-4118-ABD7-9C582A30F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82857-5B51-4F9A-B6F7-854E3424F8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8020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BAA871-BFFF-4481-9987-F6CEE0F3F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B957E-DEEC-49BC-9F4B-7529CB2DC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92C0A-1A5C-40A2-B96F-C38A8CC10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790E2-C1C2-4118-B675-5C07C09406EE}" type="datetimeFigureOut">
              <a:rPr lang="en-CA" smtClean="0"/>
              <a:t>2020-11-07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A76A3-4DBA-44F1-8AE5-DD95A0D8D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DB307-161D-459E-ACBD-43134881E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82857-5B51-4F9A-B6F7-854E3424F8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26939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4521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Stephane Dorotich</dc:creator>
  <cp:lastModifiedBy>Stephane Dorotich</cp:lastModifiedBy>
  <cp:revision>2</cp:revision>
  <dcterms:created xsi:type="dcterms:W3CDTF">2020-11-07T21:12:31Z</dcterms:created>
  <dcterms:modified xsi:type="dcterms:W3CDTF">2020-11-07T21:13:00Z</dcterms:modified>
</cp:coreProperties>
</file>